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0" r:id="rId4"/>
    <p:sldId id="258" r:id="rId5"/>
    <p:sldId id="266" r:id="rId6"/>
    <p:sldId id="259" r:id="rId7"/>
    <p:sldId id="271" r:id="rId8"/>
    <p:sldId id="267" r:id="rId9"/>
    <p:sldId id="268" r:id="rId10"/>
    <p:sldId id="260" r:id="rId11"/>
    <p:sldId id="261" r:id="rId12"/>
    <p:sldId id="262" r:id="rId13"/>
    <p:sldId id="269" r:id="rId14"/>
    <p:sldId id="263" r:id="rId15"/>
    <p:sldId id="265" r:id="rId16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AABF69-B6F0-84D7-8A23-479DB6FC6FF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FEBACC7-85B0-AA5A-B5BD-7D37882790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EB3ED2E4-C681-65AC-53BB-44ADC4360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F77CB1F-437E-BF1C-A7CA-157992FD29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52063AC-E033-7459-A9E7-5AB2CB948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821316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B54334C-8CC6-FF20-ED26-F9B597919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BDFBAE0-BB10-77A5-264B-C334171259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CB5D88C-9B86-8848-F7D4-D056DB1B7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AFA15647-FD09-1404-FB16-1E9596D8D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AF96FA5-4790-4301-B4C6-48FC88698A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91279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1792EF5-BADA-509A-6353-C770BCCAA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448A885-B725-E86F-6631-3DB882DDF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15C3478D-51A2-9226-03F7-572058A0F8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69FA51D-1DF5-068B-39F2-F66B0CDB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AF365957-06C1-44E4-7D50-1A874300C0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68600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F21BE9C-BE7E-3930-F7F8-B2745B357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308278D-AED8-176A-2294-8CC3A800F3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8F964C44-8C5E-8D7C-0F6E-C043F2D8075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9F09138-CD85-8A01-E727-029F89A43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55F3110A-A095-C662-180E-422564123F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46AF391-1450-7F65-F637-D1E6DE9378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732604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8468CAC-B396-8CF3-A1CA-FD7A4C9CA4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AB617FF3-AAF6-62CB-C35A-D34F421330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4D31F24-BA6B-E440-79EF-85DD86712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B2CCE1A4-0F12-D2FE-7FB7-6F1ABAAFE7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5B993AF-1047-C99D-8A57-816AB2B0DD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08E2CE8-F20C-0910-A1DF-15D973BDF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5F62C216-39EC-3C0A-16F4-009120395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2BBF09C8-69DE-04F5-2CBB-6739D008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8322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3088D8-4136-A91B-E6E7-71FAF18EC1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20C58D1D-194B-B911-AC55-09F4BCEF3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EFE22616-A536-6A23-FC71-E3A9034A9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CE26A7BE-8FB8-E964-FCEF-7ED4F3B3C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473198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EEE0B730-FC07-72C6-6FED-9E99C54C8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9160AD22-7CBD-0D69-D804-96291B819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0002A043-E9C4-8C28-EB8F-F593271AA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006289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313A37-2AD7-757B-876B-4B65FAB04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6052485-075F-3231-73B2-FBA6A06381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1513F83D-F68F-695F-2A23-4282A32366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705C4CF1-AE4D-132A-D3ED-5C7FDC6276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B17DCC68-D797-1B90-03CA-1873370F7F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06EC0C9-D16D-40FB-B00F-C769F9E1F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6794914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4F95EB3-30D8-2967-9E5F-D0B1F34494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B0EB6D6D-ABC3-CD02-9EDE-4286A08C4F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7AB79FD-D231-7035-70F3-B93157CDFE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927510F2-97A4-372C-38A6-81729C439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203DC0AF-F6B6-A864-79AD-87B9B336F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C7404235-6406-85D6-D097-9F93D90A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452768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D6145B0-D481-009A-10E0-7741F909AF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12F456B2-F07F-90D1-E4AD-5F3A695B31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DE1D0A6-E441-2CD6-C45A-A6727C3ABB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82919763-14B2-AA30-7F80-46D679523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9607DAF5-F179-D3FD-B247-BFBAC6C7F5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029624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0704501F-E746-5AE0-F125-0923319D1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6CA44BC4-F36F-99E8-7F77-849B594ECF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E826CE7-4E95-DBC3-2D4E-E491FCF7F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5EF474E7-0102-0C20-0548-80481141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6CF6D6C-3AD3-F264-4F2A-91A2A5980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1336049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1E93321A-839C-B4F4-05E8-E4F75A1861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69922846-5DA2-2561-6AC6-DE3B1DFB8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60816B92-8AD2-AC27-A2FC-8B9F35E893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493C0A-2552-4F95-83AC-DE75FD98FCE5}" type="datetimeFigureOut">
              <a:rPr lang="hu-HU" smtClean="0"/>
              <a:t>2026. 06. 05.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CAE4500-634E-D9BD-AEC3-3990925895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359B27E7-A721-2F85-DF42-0A5B8C14EA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5A5D0E-C7B3-4DD2-9E30-F40F362C86E1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91932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gif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g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F078C4-315D-F60E-2514-AD927602C4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0A3EA4-E102-D797-4CC6-8166CFFA4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8E80F12-DE83-4CAC-99EE-483E94467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052" y="-1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4693484-7845-3F92-C2F7-BF66F3373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813" y="2151647"/>
            <a:ext cx="2810312" cy="281031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7A0D04E-3CB7-2CA8-E811-6A78314B29A2}"/>
              </a:ext>
            </a:extLst>
          </p:cNvPr>
          <p:cNvSpPr txBox="1"/>
          <p:nvPr/>
        </p:nvSpPr>
        <p:spPr>
          <a:xfrm>
            <a:off x="5488469" y="3059348"/>
            <a:ext cx="67405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 dirty="0" err="1">
                <a:solidFill>
                  <a:srgbClr val="FFFFFF"/>
                </a:solidFill>
                <a:effectLst/>
                <a:latin typeface="system-ui"/>
              </a:rPr>
              <a:t>Tradely</a:t>
            </a:r>
            <a:endParaRPr lang="hu-HU" b="1" dirty="0">
              <a:solidFill>
                <a:srgbClr val="FFFFFF"/>
              </a:solidFill>
              <a:effectLst/>
              <a:latin typeface="system-ui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553823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7D45663-E411-F1AF-9A85-188277E5B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D0413835-5837-B066-A39A-D7481A1437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8D612A3C-41D1-11F3-3412-AE780E4470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374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CEF98D3-3700-9A83-C6B0-2B6511129F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059818" cy="6858000"/>
          </a:xfrm>
          <a:prstGeom prst="rect">
            <a:avLst/>
          </a:prstGeom>
        </p:spPr>
      </p:pic>
      <p:sp>
        <p:nvSpPr>
          <p:cNvPr id="13" name="Téglalap 12">
            <a:extLst>
              <a:ext uri="{FF2B5EF4-FFF2-40B4-BE49-F238E27FC236}">
                <a16:creationId xmlns:a16="http://schemas.microsoft.com/office/drawing/2014/main" id="{56362A62-1EBF-C393-B48E-B31253C823A9}"/>
              </a:ext>
            </a:extLst>
          </p:cNvPr>
          <p:cNvSpPr/>
          <p:nvPr/>
        </p:nvSpPr>
        <p:spPr>
          <a:xfrm>
            <a:off x="5059818" y="1285613"/>
            <a:ext cx="7388556" cy="428677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8" name="Szövegdoboz 7">
            <a:extLst>
              <a:ext uri="{FF2B5EF4-FFF2-40B4-BE49-F238E27FC236}">
                <a16:creationId xmlns:a16="http://schemas.microsoft.com/office/drawing/2014/main" id="{5B326588-5E7E-AEFB-8846-68A364FA28C1}"/>
              </a:ext>
            </a:extLst>
          </p:cNvPr>
          <p:cNvSpPr txBox="1"/>
          <p:nvPr/>
        </p:nvSpPr>
        <p:spPr>
          <a:xfrm>
            <a:off x="5870684" y="2055813"/>
            <a:ext cx="502778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Készíts fiókot, vagy jelentkezz be</a:t>
            </a:r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3DB22B5D-DE1E-D4B6-7B09-413838AF1629}"/>
              </a:ext>
            </a:extLst>
          </p:cNvPr>
          <p:cNvSpPr txBox="1"/>
          <p:nvPr/>
        </p:nvSpPr>
        <p:spPr>
          <a:xfrm>
            <a:off x="5870684" y="2713970"/>
            <a:ext cx="54831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Gyors és egyszerű használat, gördülékeny felhasználói felület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0896E46C-A068-7BD1-A4D4-E8CAC4CB287F}"/>
              </a:ext>
            </a:extLst>
          </p:cNvPr>
          <p:cNvSpPr txBox="1"/>
          <p:nvPr/>
        </p:nvSpPr>
        <p:spPr>
          <a:xfrm>
            <a:off x="5870684" y="3868064"/>
            <a:ext cx="54831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Néhány kattintással kész is a profilod, mehet a vásárlás, eladás.</a:t>
            </a:r>
          </a:p>
        </p:txBody>
      </p:sp>
    </p:spTree>
    <p:extLst>
      <p:ext uri="{BB962C8B-B14F-4D97-AF65-F5344CB8AC3E}">
        <p14:creationId xmlns:p14="http://schemas.microsoft.com/office/powerpoint/2010/main" val="36283465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B15F483-23F5-660F-6750-70BC41F69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E2D1992F-4DC1-A9B4-AE73-3FA9EDA7FA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821AC00B-5F6B-F5BA-5DCA-76F623CF07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9095" y="0"/>
            <a:ext cx="56206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499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AC1F02-E2A3-4871-01EA-89D55573D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8906CA00-E0BA-853D-8A18-9004CEF44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D60F157D-12A4-0FAA-765A-30DD8D3E45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C44AE5-528C-6D0F-E95A-A545DCAA1A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9493" y="504417"/>
            <a:ext cx="9593014" cy="5849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50411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2491E63-3BBD-4EE7-8C16-4D2D79218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0D9DA37-D2D4-4F62-BA92-0EA578D7C0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DB2B703-B247-47E6-9EA5-F076D1323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32036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EB8E0B48-143C-4BDA-B53E-F2F4601ED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2037" y="0"/>
            <a:ext cx="6459964" cy="6858000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3BF4AAF2-D355-489E-918E-11522E39DD6F}"/>
              </a:ext>
            </a:extLst>
          </p:cNvPr>
          <p:cNvSpPr txBox="1"/>
          <p:nvPr/>
        </p:nvSpPr>
        <p:spPr>
          <a:xfrm>
            <a:off x="3115734" y="5992297"/>
            <a:ext cx="242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</a:rPr>
              <a:t>register_validate.php</a:t>
            </a:r>
            <a:endParaRPr lang="hu-HU" dirty="0">
              <a:solidFill>
                <a:schemeClr val="bg1"/>
              </a:solidFill>
            </a:endParaRPr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2DE60B07-6375-4B61-876C-143359EDEDA2}"/>
              </a:ext>
            </a:extLst>
          </p:cNvPr>
          <p:cNvSpPr txBox="1"/>
          <p:nvPr/>
        </p:nvSpPr>
        <p:spPr>
          <a:xfrm>
            <a:off x="9618134" y="5985179"/>
            <a:ext cx="2421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 err="1">
                <a:solidFill>
                  <a:schemeClr val="bg1"/>
                </a:solidFill>
              </a:rPr>
              <a:t>validate.php</a:t>
            </a:r>
            <a:endParaRPr lang="hu-H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5443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328E576-B358-8E0B-D7AF-1CE67004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DC69B36-734D-BB99-05AC-29ACA97C86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C453ED0-9B0D-3B80-D417-B7898A22C6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686F690-8239-ABDD-2CE0-4DF84C1A2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698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567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7C95ED6-7F6E-CFF0-183A-11DE830E2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4" name="Tartalom helye 3">
            <a:extLst>
              <a:ext uri="{FF2B5EF4-FFF2-40B4-BE49-F238E27FC236}">
                <a16:creationId xmlns:a16="http://schemas.microsoft.com/office/drawing/2014/main" id="{D3DFB60C-113B-CD05-1B99-F6001717D0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4170B906-2E7C-7459-3F91-7B81B1BA02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7631" y="0"/>
            <a:ext cx="5528351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127850DB-4C85-F045-810E-0EE1FC9FC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5311" y="2457974"/>
            <a:ext cx="1517009" cy="1517009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5D450FB9-07F7-5377-6815-667F191764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680" y="2543262"/>
            <a:ext cx="1517009" cy="1517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9338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2" descr="Panko | Cats of the Web">
            <a:extLst>
              <a:ext uri="{FF2B5EF4-FFF2-40B4-BE49-F238E27FC236}">
                <a16:creationId xmlns:a16="http://schemas.microsoft.com/office/drawing/2014/main" id="{829A79DB-555A-4CC7-93E6-D3FA6B2835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4824" y="0"/>
            <a:ext cx="421717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803A75-62A4-49F1-8A78-908588E1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FC857CB-A6A5-47EC-A2F2-1E607F646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58D75A3-F81C-4E45-B67E-ABD7649BF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974824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9BDEC0-642B-4846-B921-178329F28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5057" y="5690571"/>
            <a:ext cx="31158510" cy="21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97614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Panko | Cats of the Web">
            <a:extLst>
              <a:ext uri="{FF2B5EF4-FFF2-40B4-BE49-F238E27FC236}">
                <a16:creationId xmlns:a16="http://schemas.microsoft.com/office/drawing/2014/main" id="{6A84D3BA-3FDD-4361-A87F-1A59CE9A4F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74824" y="0"/>
            <a:ext cx="4217176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ím 1">
            <a:extLst>
              <a:ext uri="{FF2B5EF4-FFF2-40B4-BE49-F238E27FC236}">
                <a16:creationId xmlns:a16="http://schemas.microsoft.com/office/drawing/2014/main" id="{CF803A75-62A4-49F1-8A78-908588E1EC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AFC857CB-A6A5-47EC-A2F2-1E607F646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F58D75A3-F81C-4E45-B67E-ABD7649BF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974824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0C9BDEC0-642B-4846-B921-178329F28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3183686" y="5733703"/>
            <a:ext cx="31158510" cy="21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2134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10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7B14C0F-FE96-13B2-C0CE-BA004B2072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EF6FE9F-73CB-A788-ABFB-B9A4827FBC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66BC5EA-EE9C-13D4-7C97-ED326F4592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8486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C259CAE8-9180-28C8-70E1-8D1CC4C08A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610412" cy="6858000"/>
          </a:xfrm>
          <a:prstGeom prst="rect">
            <a:avLst/>
          </a:prstGeom>
        </p:spPr>
      </p:pic>
      <p:sp>
        <p:nvSpPr>
          <p:cNvPr id="8" name="Ellipszis 7">
            <a:extLst>
              <a:ext uri="{FF2B5EF4-FFF2-40B4-BE49-F238E27FC236}">
                <a16:creationId xmlns:a16="http://schemas.microsoft.com/office/drawing/2014/main" id="{277C7A2F-700A-59CC-BA45-B081E52BD93D}"/>
              </a:ext>
            </a:extLst>
          </p:cNvPr>
          <p:cNvSpPr/>
          <p:nvPr/>
        </p:nvSpPr>
        <p:spPr>
          <a:xfrm>
            <a:off x="1953935" y="-230189"/>
            <a:ext cx="1317771" cy="132556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5" name="Téglalap 14">
            <a:extLst>
              <a:ext uri="{FF2B5EF4-FFF2-40B4-BE49-F238E27FC236}">
                <a16:creationId xmlns:a16="http://schemas.microsoft.com/office/drawing/2014/main" id="{5745ED9A-D023-0A0C-473D-18A1A515E9B7}"/>
              </a:ext>
            </a:extLst>
          </p:cNvPr>
          <p:cNvSpPr/>
          <p:nvPr/>
        </p:nvSpPr>
        <p:spPr>
          <a:xfrm>
            <a:off x="5610412" y="1408919"/>
            <a:ext cx="7388556" cy="4286774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11" name="Szövegdoboz 10">
            <a:extLst>
              <a:ext uri="{FF2B5EF4-FFF2-40B4-BE49-F238E27FC236}">
                <a16:creationId xmlns:a16="http://schemas.microsoft.com/office/drawing/2014/main" id="{83929B9A-E35F-B6B4-94E8-BA6511845EE5}"/>
              </a:ext>
            </a:extLst>
          </p:cNvPr>
          <p:cNvSpPr txBox="1"/>
          <p:nvPr/>
        </p:nvSpPr>
        <p:spPr>
          <a:xfrm>
            <a:off x="6196669" y="1690688"/>
            <a:ext cx="515713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Zsetonos rendszer, megkönnyíti a vásárlást.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87F2EB22-6491-0535-9ACB-DFFD7EEB0C4A}"/>
              </a:ext>
            </a:extLst>
          </p:cNvPr>
          <p:cNvSpPr txBox="1"/>
          <p:nvPr/>
        </p:nvSpPr>
        <p:spPr>
          <a:xfrm>
            <a:off x="6196669" y="2845269"/>
            <a:ext cx="515713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rendelkezésre álló zsetonokból tud a vásárló költeni.</a:t>
            </a:r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116F9BD7-E31D-9EEF-205F-06B5D8DE2E37}"/>
              </a:ext>
            </a:extLst>
          </p:cNvPr>
          <p:cNvSpPr txBox="1"/>
          <p:nvPr/>
        </p:nvSpPr>
        <p:spPr>
          <a:xfrm>
            <a:off x="6196668" y="3956289"/>
            <a:ext cx="515713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Zsetonokat feltöltéssel, illetve az eladott termékek árából lehet szerezni.</a:t>
            </a:r>
          </a:p>
        </p:txBody>
      </p:sp>
      <p:cxnSp>
        <p:nvCxnSpPr>
          <p:cNvPr id="10" name="Egyenes összekötő nyíllal 9">
            <a:extLst>
              <a:ext uri="{FF2B5EF4-FFF2-40B4-BE49-F238E27FC236}">
                <a16:creationId xmlns:a16="http://schemas.microsoft.com/office/drawing/2014/main" id="{9B04A2A4-AD87-BB98-B2A5-8671279C3A3E}"/>
              </a:ext>
            </a:extLst>
          </p:cNvPr>
          <p:cNvCxnSpPr>
            <a:cxnSpLocks/>
          </p:cNvCxnSpPr>
          <p:nvPr/>
        </p:nvCxnSpPr>
        <p:spPr>
          <a:xfrm flipH="1" flipV="1">
            <a:off x="3372374" y="453006"/>
            <a:ext cx="2824294" cy="137261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84058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25B5B3B-6E86-2F9E-3676-CB840CA3B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865E2B7-78C6-73AB-6F7B-83191DC21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33826D3-61B2-F401-300B-7E6E806FC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87D8ED16-EC6C-9444-36A9-D7BE510EC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37856" y="529577"/>
            <a:ext cx="8126464" cy="3003259"/>
          </a:xfrm>
          <a:prstGeom prst="rect">
            <a:avLst/>
          </a:prstGeom>
        </p:spPr>
      </p:pic>
      <p:sp>
        <p:nvSpPr>
          <p:cNvPr id="8" name="Téglalap 7">
            <a:extLst>
              <a:ext uri="{FF2B5EF4-FFF2-40B4-BE49-F238E27FC236}">
                <a16:creationId xmlns:a16="http://schemas.microsoft.com/office/drawing/2014/main" id="{517159B1-B19F-4579-5A8A-D9A2BAF35B4F}"/>
              </a:ext>
            </a:extLst>
          </p:cNvPr>
          <p:cNvSpPr/>
          <p:nvPr/>
        </p:nvSpPr>
        <p:spPr>
          <a:xfrm>
            <a:off x="0" y="3490419"/>
            <a:ext cx="12998968" cy="3421841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9" name="Szövegdoboz 8">
            <a:extLst>
              <a:ext uri="{FF2B5EF4-FFF2-40B4-BE49-F238E27FC236}">
                <a16:creationId xmlns:a16="http://schemas.microsoft.com/office/drawing/2014/main" id="{1CFEA596-1DCF-1CF0-88D3-349A2C9D54AE}"/>
              </a:ext>
            </a:extLst>
          </p:cNvPr>
          <p:cNvSpPr txBox="1"/>
          <p:nvPr/>
        </p:nvSpPr>
        <p:spPr>
          <a:xfrm>
            <a:off x="1039536" y="4439987"/>
            <a:ext cx="51571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menü középső ikonjára kattintva tudjuk feltölteni az eladni kívánt terméket.</a:t>
            </a:r>
          </a:p>
        </p:txBody>
      </p:sp>
      <p:sp>
        <p:nvSpPr>
          <p:cNvPr id="10" name="Szövegdoboz 9">
            <a:extLst>
              <a:ext uri="{FF2B5EF4-FFF2-40B4-BE49-F238E27FC236}">
                <a16:creationId xmlns:a16="http://schemas.microsoft.com/office/drawing/2014/main" id="{93537B15-4401-A3FE-E207-49284CA7A85B}"/>
              </a:ext>
            </a:extLst>
          </p:cNvPr>
          <p:cNvSpPr txBox="1"/>
          <p:nvPr/>
        </p:nvSpPr>
        <p:spPr>
          <a:xfrm>
            <a:off x="6600152" y="4439987"/>
            <a:ext cx="515713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menü jobb oldali ikonjára kattintva tudjuk a profilunkon szerkeszteni, vagy kijelentkezni.</a:t>
            </a:r>
          </a:p>
        </p:txBody>
      </p:sp>
    </p:spTree>
    <p:extLst>
      <p:ext uri="{BB962C8B-B14F-4D97-AF65-F5344CB8AC3E}">
        <p14:creationId xmlns:p14="http://schemas.microsoft.com/office/powerpoint/2010/main" val="833957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99C8C30-B780-10C0-97A7-F93678B13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9955BABC-FFFE-9D48-4184-83745BD1BA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54AB7258-3515-925D-877D-106D81FB2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8E2C9792-9310-C7DF-D559-28936D573B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0462"/>
            <a:ext cx="12192000" cy="6697538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E96C047D-3CA9-AD97-30DD-DC53D6065607}"/>
              </a:ext>
            </a:extLst>
          </p:cNvPr>
          <p:cNvSpPr/>
          <p:nvPr/>
        </p:nvSpPr>
        <p:spPr>
          <a:xfrm rot="5400000">
            <a:off x="-1205916" y="1205916"/>
            <a:ext cx="6858000" cy="44461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3B9BE9C7-AE59-99C2-2E6E-9F4F92BA1495}"/>
              </a:ext>
            </a:extLst>
          </p:cNvPr>
          <p:cNvSpPr txBox="1"/>
          <p:nvPr/>
        </p:nvSpPr>
        <p:spPr>
          <a:xfrm>
            <a:off x="163587" y="797510"/>
            <a:ext cx="4118994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profil felület.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Itt tud a felhasználó a fiókjával kapcsolatos  intézkedéseket figyelni.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Tud nevet váltani vagy </a:t>
            </a:r>
            <a:r>
              <a:rPr lang="hu-HU" sz="2800" b="1" dirty="0" err="1">
                <a:solidFill>
                  <a:schemeClr val="bg1"/>
                </a:solidFill>
                <a:latin typeface="system-ui"/>
              </a:rPr>
              <a:t>jelszavat</a:t>
            </a:r>
            <a:r>
              <a:rPr lang="hu-HU" sz="2800" b="1" dirty="0">
                <a:solidFill>
                  <a:schemeClr val="bg1"/>
                </a:solidFill>
                <a:latin typeface="system-ui"/>
              </a:rPr>
              <a:t> váltani, ha szükségére esik.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Ki tud jelentkezni ha befejezte a vásárlást.</a:t>
            </a:r>
          </a:p>
        </p:txBody>
      </p:sp>
    </p:spTree>
    <p:extLst>
      <p:ext uri="{BB962C8B-B14F-4D97-AF65-F5344CB8AC3E}">
        <p14:creationId xmlns:p14="http://schemas.microsoft.com/office/powerpoint/2010/main" val="3135840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2C74C51-C140-8388-E07C-D47359833C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199A1A87-8865-482E-4828-DCCA695D3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12192000" cy="6858000"/>
          </a:xfrm>
          <a:prstGeom prst="rect">
            <a:avLst/>
          </a:prstGeom>
        </p:spPr>
      </p:pic>
      <p:pic>
        <p:nvPicPr>
          <p:cNvPr id="8" name="Tartalom helye 7">
            <a:extLst>
              <a:ext uri="{FF2B5EF4-FFF2-40B4-BE49-F238E27FC236}">
                <a16:creationId xmlns:a16="http://schemas.microsoft.com/office/drawing/2014/main" id="{9C7C1926-AFD1-8423-6514-C31588E3FF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422" y="172994"/>
            <a:ext cx="4649474" cy="6462698"/>
          </a:xfrm>
        </p:spPr>
      </p:pic>
      <p:pic>
        <p:nvPicPr>
          <p:cNvPr id="10" name="Kép 9">
            <a:extLst>
              <a:ext uri="{FF2B5EF4-FFF2-40B4-BE49-F238E27FC236}">
                <a16:creationId xmlns:a16="http://schemas.microsoft.com/office/drawing/2014/main" id="{98C08067-614D-26CA-122F-518AD87B6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2121" y="222308"/>
            <a:ext cx="8867178" cy="4457729"/>
          </a:xfrm>
          <a:prstGeom prst="rect">
            <a:avLst/>
          </a:prstGeom>
        </p:spPr>
      </p:pic>
      <p:pic>
        <p:nvPicPr>
          <p:cNvPr id="12" name="Kép 11">
            <a:extLst>
              <a:ext uri="{FF2B5EF4-FFF2-40B4-BE49-F238E27FC236}">
                <a16:creationId xmlns:a16="http://schemas.microsoft.com/office/drawing/2014/main" id="{668B94A7-B7DD-3C15-7277-08486EEF0B1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8195" y="4591516"/>
            <a:ext cx="4762500" cy="267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7501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266DAB-2D3B-6FB5-72DA-8E174C75C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hu-HU" dirty="0"/>
          </a:p>
        </p:txBody>
      </p:sp>
      <p:pic>
        <p:nvPicPr>
          <p:cNvPr id="9" name="Tartalom helye 8">
            <a:extLst>
              <a:ext uri="{FF2B5EF4-FFF2-40B4-BE49-F238E27FC236}">
                <a16:creationId xmlns:a16="http://schemas.microsoft.com/office/drawing/2014/main" id="{DC09BF8B-210B-F304-64A4-3E72049F1C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8250" y="2667794"/>
            <a:ext cx="2095500" cy="2667000"/>
          </a:xfr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0DEEBEA9-1DD1-A45F-DC7B-852EB64CC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85725" y="0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76CBAC68-B49F-4137-8ABE-D9695E759B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1508" y="533378"/>
            <a:ext cx="5077534" cy="419121"/>
          </a:xfrm>
          <a:prstGeom prst="rect">
            <a:avLst/>
          </a:prstGeom>
        </p:spPr>
      </p:pic>
      <p:sp>
        <p:nvSpPr>
          <p:cNvPr id="4" name="Téglalap 3">
            <a:extLst>
              <a:ext uri="{FF2B5EF4-FFF2-40B4-BE49-F238E27FC236}">
                <a16:creationId xmlns:a16="http://schemas.microsoft.com/office/drawing/2014/main" id="{6FFCED1D-1BCA-ED75-DE7D-7C26070D8CD4}"/>
              </a:ext>
            </a:extLst>
          </p:cNvPr>
          <p:cNvSpPr/>
          <p:nvPr/>
        </p:nvSpPr>
        <p:spPr>
          <a:xfrm rot="5400000">
            <a:off x="-1205916" y="1205916"/>
            <a:ext cx="6858000" cy="4446168"/>
          </a:xfrm>
          <a:prstGeom prst="rect">
            <a:avLst/>
          </a:prstGeom>
          <a:gradFill flip="none" rotWithShape="1">
            <a:gsLst>
              <a:gs pos="0">
                <a:schemeClr val="accent6">
                  <a:lumMod val="67000"/>
                </a:schemeClr>
              </a:gs>
              <a:gs pos="48000">
                <a:schemeClr val="accent6">
                  <a:lumMod val="97000"/>
                  <a:lumOff val="3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/>
          </a:p>
        </p:txBody>
      </p:sp>
      <p:sp>
        <p:nvSpPr>
          <p:cNvPr id="6" name="Szövegdoboz 5">
            <a:extLst>
              <a:ext uri="{FF2B5EF4-FFF2-40B4-BE49-F238E27FC236}">
                <a16:creationId xmlns:a16="http://schemas.microsoft.com/office/drawing/2014/main" id="{F10B5774-A644-10B9-9978-B4607EFC5ADF}"/>
              </a:ext>
            </a:extLst>
          </p:cNvPr>
          <p:cNvSpPr txBox="1"/>
          <p:nvPr/>
        </p:nvSpPr>
        <p:spPr>
          <a:xfrm>
            <a:off x="163587" y="582067"/>
            <a:ext cx="4118994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Az eladás felület.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Itt tud a felhasználó feltölteni eladásra kívánt terméket.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A kategória felület megmutatja az összes kategóriát a rendszerben.</a:t>
            </a:r>
          </a:p>
          <a:p>
            <a:endParaRPr lang="hu-HU" sz="2800" b="1" dirty="0">
              <a:solidFill>
                <a:schemeClr val="bg1"/>
              </a:solidFill>
              <a:latin typeface="system-ui"/>
            </a:endParaRP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Feltöltés után bekerül az adatbázisba és felkerül az</a:t>
            </a:r>
          </a:p>
          <a:p>
            <a:r>
              <a:rPr lang="hu-HU" sz="2800" b="1" dirty="0">
                <a:solidFill>
                  <a:schemeClr val="bg1"/>
                </a:solidFill>
                <a:latin typeface="system-ui"/>
              </a:rPr>
              <a:t>oldalunkra.</a:t>
            </a:r>
          </a:p>
        </p:txBody>
      </p:sp>
      <p:pic>
        <p:nvPicPr>
          <p:cNvPr id="11" name="Kép 10">
            <a:extLst>
              <a:ext uri="{FF2B5EF4-FFF2-40B4-BE49-F238E27FC236}">
                <a16:creationId xmlns:a16="http://schemas.microsoft.com/office/drawing/2014/main" id="{10B2CF73-20FD-587B-EBCB-AFD8CA1D2C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53057" y="2577184"/>
            <a:ext cx="1338568" cy="17036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8860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8F078C4-315D-F60E-2514-AD927602C4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70A3EA4-E102-D797-4CC6-8166CFFA4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hu-HU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18E80F12-DE83-4CAC-99EE-483E94467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052" y="-1"/>
            <a:ext cx="12192000" cy="6858000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B4693484-7845-3F92-C2F7-BF66F3373B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9813" y="2151647"/>
            <a:ext cx="2810312" cy="2810312"/>
          </a:xfrm>
          <a:prstGeom prst="rect">
            <a:avLst/>
          </a:prstGeom>
        </p:spPr>
      </p:pic>
      <p:sp>
        <p:nvSpPr>
          <p:cNvPr id="8" name="Szövegdoboz 7">
            <a:extLst>
              <a:ext uri="{FF2B5EF4-FFF2-40B4-BE49-F238E27FC236}">
                <a16:creationId xmlns:a16="http://schemas.microsoft.com/office/drawing/2014/main" id="{07A0D04E-3CB7-2CA8-E811-6A78314B29A2}"/>
              </a:ext>
            </a:extLst>
          </p:cNvPr>
          <p:cNvSpPr txBox="1"/>
          <p:nvPr/>
        </p:nvSpPr>
        <p:spPr>
          <a:xfrm>
            <a:off x="5488469" y="3059348"/>
            <a:ext cx="674058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6600" b="1" dirty="0" err="1">
                <a:solidFill>
                  <a:srgbClr val="FFFFFF"/>
                </a:solidFill>
                <a:effectLst/>
                <a:latin typeface="system-ui"/>
              </a:rPr>
              <a:t>Tradely</a:t>
            </a:r>
            <a:endParaRPr lang="hu-HU" b="1" dirty="0">
              <a:solidFill>
                <a:srgbClr val="FFFFFF"/>
              </a:solidFill>
              <a:effectLst/>
              <a:latin typeface="system-ui"/>
            </a:endParaRPr>
          </a:p>
          <a:p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14714650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156</Words>
  <Application>Microsoft Office PowerPoint</Application>
  <PresentationFormat>Szélesvásznú</PresentationFormat>
  <Paragraphs>27</Paragraphs>
  <Slides>15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system-ui</vt:lpstr>
      <vt:lpstr>Office-téma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PowerPoint-bemutató</dc:title>
  <dc:creator>Tanulo</dc:creator>
  <cp:lastModifiedBy>Tanulo</cp:lastModifiedBy>
  <cp:revision>13</cp:revision>
  <dcterms:created xsi:type="dcterms:W3CDTF">2026-05-22T09:59:31Z</dcterms:created>
  <dcterms:modified xsi:type="dcterms:W3CDTF">2026-06-05T07:45:30Z</dcterms:modified>
</cp:coreProperties>
</file>