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AABF69-B6F0-84D7-8A23-479DB6FC6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FEBACC7-85B0-AA5A-B5BD-7D3788279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B3ED2E4-C681-65AC-53BB-44ADC4360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3C0A-2552-4F95-83AC-DE75FD98FCE5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F77CB1F-437E-BF1C-A7CA-157992FD2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52063AC-E033-7459-A9E7-5AB2CB948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5D0E-C7B3-4DD2-9E30-F40F362C86E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2131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B54334C-8CC6-FF20-ED26-F9B597919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BDFBAE0-BB10-77A5-264B-C33417125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CB5D88C-9B86-8848-F7D4-D056DB1B7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3C0A-2552-4F95-83AC-DE75FD98FCE5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FA15647-FD09-1404-FB16-1E9596D8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AF96FA5-4790-4301-B4C6-48FC8869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5D0E-C7B3-4DD2-9E30-F40F362C86E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912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792EF5-BADA-509A-6353-C770BCCAA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448A885-B725-E86F-6631-3DB882DDF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5C3478D-51A2-9226-03F7-572058A0F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3C0A-2552-4F95-83AC-DE75FD98FCE5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69FA51D-1DF5-068B-39F2-F66B0CDB3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F365957-06C1-44E4-7D50-1A874300C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5D0E-C7B3-4DD2-9E30-F40F362C86E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68600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21BE9C-BE7E-3930-F7F8-B2745B35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308278D-AED8-176A-2294-8CC3A800F3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F964C44-8C5E-8D7C-0F6E-C043F2D80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9F09138-CD85-8A01-E727-029F89A43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3C0A-2552-4F95-83AC-DE75FD98FCE5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5F3110A-A095-C662-180E-422564123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46AF391-1450-7F65-F637-D1E6DE937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5D0E-C7B3-4DD2-9E30-F40F362C86E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3260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468CAC-B396-8CF3-A1CA-FD7A4C9CA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B617FF3-AAF6-62CB-C35A-D34F42133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4D31F24-BA6B-E440-79EF-85DD86712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B2CCE1A4-0F12-D2FE-7FB7-6F1ABAAFE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A5B993AF-1047-C99D-8A57-816AB2B0DD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B08E2CE8-F20C-0910-A1DF-15D973BDF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3C0A-2552-4F95-83AC-DE75FD98FCE5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5F62C216-39EC-3C0A-16F4-009120395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2BBF09C8-69DE-04F5-2CBB-6739D008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5D0E-C7B3-4DD2-9E30-F40F362C86E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8322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83088D8-4136-A91B-E6E7-71FAF18EC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20C58D1D-194B-B911-AC55-09F4BCEF3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3C0A-2552-4F95-83AC-DE75FD98FCE5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FE22616-A536-6A23-FC71-E3A9034A9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E26A7BE-8FB8-E964-FCEF-7ED4F3B3C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5D0E-C7B3-4DD2-9E30-F40F362C86E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3198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EEE0B730-FC07-72C6-6FED-9E99C54C8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3C0A-2552-4F95-83AC-DE75FD98FCE5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9160AD22-7CBD-0D69-D804-96291B81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002A043-E9C4-8C28-EB8F-F593271A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5D0E-C7B3-4DD2-9E30-F40F362C86E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0628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313A37-2AD7-757B-876B-4B65FAB04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6052485-075F-3231-73B2-FBA6A0638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513F83D-F68F-695F-2A23-4282A3236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05C4CF1-AE4D-132A-D3ED-5C7FDC62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3C0A-2552-4F95-83AC-DE75FD98FCE5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17DCC68-D797-1B90-03CA-1873370F7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06EC0C9-D16D-40FB-B00F-C769F9E1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5D0E-C7B3-4DD2-9E30-F40F362C86E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79491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4F95EB3-30D8-2967-9E5F-D0B1F3449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B0EB6D6D-ABC3-CD02-9EDE-4286A08C4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7AB79FD-D231-7035-70F3-B93157CDF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27510F2-97A4-372C-38A6-81729C439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3C0A-2552-4F95-83AC-DE75FD98FCE5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03DC0AF-F6B6-A864-79AD-87B9B336F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7404235-6406-85D6-D097-9F93D90A4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5D0E-C7B3-4DD2-9E30-F40F362C86E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2768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6145B0-D481-009A-10E0-7741F909A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2F456B2-F07F-90D1-E4AD-5F3A695B3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DE1D0A6-E441-2CD6-C45A-A6727C3AB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3C0A-2552-4F95-83AC-DE75FD98FCE5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2919763-14B2-AA30-7F80-46D679523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607DAF5-F179-D3FD-B247-BFBAC6C7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5D0E-C7B3-4DD2-9E30-F40F362C86E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2962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0704501F-E746-5AE0-F125-0923319D13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CA44BC4-F36F-99E8-7F77-849B594EC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E826CE7-4E95-DBC3-2D4E-E491FCF7F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3C0A-2552-4F95-83AC-DE75FD98FCE5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EF474E7-0102-0C20-0548-80481141B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6CF6D6C-3AD3-F264-4F2A-91A2A5980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5D0E-C7B3-4DD2-9E30-F40F362C86E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3604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1E93321A-839C-B4F4-05E8-E4F75A186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9922846-5DA2-2561-6AC6-DE3B1DFB8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0816B92-8AD2-AC27-A2FC-8B9F35E893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93C0A-2552-4F95-83AC-DE75FD98FCE5}" type="datetimeFigureOut">
              <a:rPr lang="hu-HU" smtClean="0"/>
              <a:t>2026. 05. 22.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CAE4500-634E-D9BD-AEC3-3990925895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59B27E7-A721-2F85-DF42-0A5B8C14E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A5D0E-C7B3-4DD2-9E30-F40F362C86E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9193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8F078C4-315D-F60E-2514-AD927602C4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70A3EA4-E102-D797-4CC6-8166CFFA43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8E80F12-DE83-4CAC-99EE-483E94467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052" y="-1"/>
            <a:ext cx="12192000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4693484-7845-3F92-C2F7-BF66F3373B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813" y="2151647"/>
            <a:ext cx="2810312" cy="2810312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07A0D04E-3CB7-2CA8-E811-6A78314B29A2}"/>
              </a:ext>
            </a:extLst>
          </p:cNvPr>
          <p:cNvSpPr txBox="1"/>
          <p:nvPr/>
        </p:nvSpPr>
        <p:spPr>
          <a:xfrm>
            <a:off x="5488469" y="3059348"/>
            <a:ext cx="67405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6600" b="1" dirty="0" err="1">
                <a:solidFill>
                  <a:srgbClr val="FFFFFF"/>
                </a:solidFill>
                <a:effectLst/>
                <a:latin typeface="system-ui"/>
              </a:rPr>
              <a:t>Tradely</a:t>
            </a:r>
            <a:endParaRPr lang="hu-HU" b="1" dirty="0">
              <a:solidFill>
                <a:srgbClr val="FFFFFF"/>
              </a:solidFill>
              <a:effectLst/>
              <a:latin typeface="system-ui"/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53823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7D45663-E411-F1AF-9A85-188277E5B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0413835-5837-B066-A39A-D7481A143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D612A3C-41D1-11F3-3412-AE780E447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74" y="0"/>
            <a:ext cx="12192000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CEF98D3-3700-9A83-C6B0-2B6511129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59818" cy="6858000"/>
          </a:xfrm>
          <a:prstGeom prst="rect">
            <a:avLst/>
          </a:prstGeom>
        </p:spPr>
      </p:pic>
      <p:sp>
        <p:nvSpPr>
          <p:cNvPr id="13" name="Téglalap 12">
            <a:extLst>
              <a:ext uri="{FF2B5EF4-FFF2-40B4-BE49-F238E27FC236}">
                <a16:creationId xmlns:a16="http://schemas.microsoft.com/office/drawing/2014/main" id="{56362A62-1EBF-C393-B48E-B31253C823A9}"/>
              </a:ext>
            </a:extLst>
          </p:cNvPr>
          <p:cNvSpPr/>
          <p:nvPr/>
        </p:nvSpPr>
        <p:spPr>
          <a:xfrm>
            <a:off x="5059818" y="1285613"/>
            <a:ext cx="7388556" cy="4286774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5B326588-5E7E-AEFB-8846-68A364FA28C1}"/>
              </a:ext>
            </a:extLst>
          </p:cNvPr>
          <p:cNvSpPr txBox="1"/>
          <p:nvPr/>
        </p:nvSpPr>
        <p:spPr>
          <a:xfrm>
            <a:off x="5870684" y="2055813"/>
            <a:ext cx="50277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  <a:latin typeface="system-ui"/>
              </a:rPr>
              <a:t>Készíts fiókot, vagy jelentkezz be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3DB22B5D-DE1E-D4B6-7B09-413838AF1629}"/>
              </a:ext>
            </a:extLst>
          </p:cNvPr>
          <p:cNvSpPr txBox="1"/>
          <p:nvPr/>
        </p:nvSpPr>
        <p:spPr>
          <a:xfrm>
            <a:off x="5870684" y="2713970"/>
            <a:ext cx="54831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  <a:latin typeface="system-ui"/>
              </a:rPr>
              <a:t>Gyors és egyszerű használat, gördülékeny felhasználói felület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0896E46C-A068-7BD1-A4D4-E8CAC4CB287F}"/>
              </a:ext>
            </a:extLst>
          </p:cNvPr>
          <p:cNvSpPr txBox="1"/>
          <p:nvPr/>
        </p:nvSpPr>
        <p:spPr>
          <a:xfrm>
            <a:off x="5870684" y="3868064"/>
            <a:ext cx="54831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  <a:latin typeface="system-ui"/>
              </a:rPr>
              <a:t>Néhány kattintással kész is a profilod, mehet a vásárlás, eladás.</a:t>
            </a:r>
          </a:p>
        </p:txBody>
      </p:sp>
    </p:spTree>
    <p:extLst>
      <p:ext uri="{BB962C8B-B14F-4D97-AF65-F5344CB8AC3E}">
        <p14:creationId xmlns:p14="http://schemas.microsoft.com/office/powerpoint/2010/main" val="3628346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AC1F02-E2A3-4871-01EA-89D55573D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906CA00-E0BA-853D-8A18-9004CEF44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60F157D-12A4-0FAA-765A-30DD8D3E4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0CC44AE5-528C-6D0F-E95A-A545DCAA1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493" y="504417"/>
            <a:ext cx="9593014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41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28E576-B358-8E0B-D7AF-1CE670040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DC69B36-734D-BB99-05AC-29ACA97C8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C453ED0-9B0D-3B80-D417-B7898A22C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686F690-8239-ABDD-2CE0-4DF84C1A2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9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567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7B14C0F-FE96-13B2-C0CE-BA004B207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EF6FE9F-73CB-A788-ABFB-B9A4827FB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66BC5EA-EE9C-13D4-7C97-ED326F459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486" y="0"/>
            <a:ext cx="12192000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259CAE8-9180-28C8-70E1-8D1CC4C08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10412" cy="6858000"/>
          </a:xfrm>
          <a:prstGeom prst="rect">
            <a:avLst/>
          </a:prstGeom>
        </p:spPr>
      </p:pic>
      <p:sp>
        <p:nvSpPr>
          <p:cNvPr id="8" name="Ellipszis 7">
            <a:extLst>
              <a:ext uri="{FF2B5EF4-FFF2-40B4-BE49-F238E27FC236}">
                <a16:creationId xmlns:a16="http://schemas.microsoft.com/office/drawing/2014/main" id="{277C7A2F-700A-59CC-BA45-B081E52BD93D}"/>
              </a:ext>
            </a:extLst>
          </p:cNvPr>
          <p:cNvSpPr/>
          <p:nvPr/>
        </p:nvSpPr>
        <p:spPr>
          <a:xfrm>
            <a:off x="1953935" y="-230189"/>
            <a:ext cx="1317771" cy="13255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5745ED9A-D023-0A0C-473D-18A1A515E9B7}"/>
              </a:ext>
            </a:extLst>
          </p:cNvPr>
          <p:cNvSpPr/>
          <p:nvPr/>
        </p:nvSpPr>
        <p:spPr>
          <a:xfrm>
            <a:off x="5610412" y="1408919"/>
            <a:ext cx="7388556" cy="4286774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83929B9A-E35F-B6B4-94E8-BA6511845EE5}"/>
              </a:ext>
            </a:extLst>
          </p:cNvPr>
          <p:cNvSpPr txBox="1"/>
          <p:nvPr/>
        </p:nvSpPr>
        <p:spPr>
          <a:xfrm>
            <a:off x="6196669" y="1690688"/>
            <a:ext cx="51571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  <a:latin typeface="system-ui"/>
              </a:rPr>
              <a:t>Zsetonos rendszer, megkönnyíti a vásárlást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87F2EB22-6491-0535-9ACB-DFFD7EEB0C4A}"/>
              </a:ext>
            </a:extLst>
          </p:cNvPr>
          <p:cNvSpPr txBox="1"/>
          <p:nvPr/>
        </p:nvSpPr>
        <p:spPr>
          <a:xfrm>
            <a:off x="6196669" y="2845269"/>
            <a:ext cx="51571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  <a:latin typeface="system-ui"/>
              </a:rPr>
              <a:t>A rendelkezésre álló zsetonokból tud a vásárló költeni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116F9BD7-E31D-9EEF-205F-06B5D8DE2E37}"/>
              </a:ext>
            </a:extLst>
          </p:cNvPr>
          <p:cNvSpPr txBox="1"/>
          <p:nvPr/>
        </p:nvSpPr>
        <p:spPr>
          <a:xfrm>
            <a:off x="6196668" y="3956289"/>
            <a:ext cx="51571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  <a:latin typeface="system-ui"/>
              </a:rPr>
              <a:t>Zsetonokat feltölteni, illetve az eladott termékek árából lehet szerezni.</a:t>
            </a:r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9B04A2A4-AD87-BB98-B2A5-8671279C3A3E}"/>
              </a:ext>
            </a:extLst>
          </p:cNvPr>
          <p:cNvCxnSpPr>
            <a:cxnSpLocks/>
          </p:cNvCxnSpPr>
          <p:nvPr/>
        </p:nvCxnSpPr>
        <p:spPr>
          <a:xfrm flipH="1" flipV="1">
            <a:off x="3372374" y="453006"/>
            <a:ext cx="2824294" cy="13726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405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5B5B3B-6E86-2F9E-3676-CB840CA3B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65E2B7-78C6-73AB-6F7B-83191DC21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33826D3-61B2-F401-300B-7E6E806FC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87D8ED16-EC6C-9444-36A9-D7BE510EC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856" y="529577"/>
            <a:ext cx="8126464" cy="3003259"/>
          </a:xfrm>
          <a:prstGeom prst="rect">
            <a:avLst/>
          </a:prstGeom>
        </p:spPr>
      </p:pic>
      <p:sp>
        <p:nvSpPr>
          <p:cNvPr id="8" name="Téglalap 7">
            <a:extLst>
              <a:ext uri="{FF2B5EF4-FFF2-40B4-BE49-F238E27FC236}">
                <a16:creationId xmlns:a16="http://schemas.microsoft.com/office/drawing/2014/main" id="{517159B1-B19F-4579-5A8A-D9A2BAF35B4F}"/>
              </a:ext>
            </a:extLst>
          </p:cNvPr>
          <p:cNvSpPr/>
          <p:nvPr/>
        </p:nvSpPr>
        <p:spPr>
          <a:xfrm>
            <a:off x="0" y="3490419"/>
            <a:ext cx="12998968" cy="3421841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1CFEA596-1DCF-1CF0-88D3-349A2C9D54AE}"/>
              </a:ext>
            </a:extLst>
          </p:cNvPr>
          <p:cNvSpPr txBox="1"/>
          <p:nvPr/>
        </p:nvSpPr>
        <p:spPr>
          <a:xfrm>
            <a:off x="1039536" y="4439987"/>
            <a:ext cx="51571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  <a:latin typeface="system-ui"/>
              </a:rPr>
              <a:t>A menü középső ikonjára kattintva tudjuk feltölteni az eladni kívánt terméket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93537B15-4401-A3FE-E207-49284CA7A85B}"/>
              </a:ext>
            </a:extLst>
          </p:cNvPr>
          <p:cNvSpPr txBox="1"/>
          <p:nvPr/>
        </p:nvSpPr>
        <p:spPr>
          <a:xfrm>
            <a:off x="6600152" y="4439987"/>
            <a:ext cx="51571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  <a:latin typeface="system-ui"/>
              </a:rPr>
              <a:t>A menü jobb oldali ikonjára kattintva tudjuk a profilunkon szerkeszteni, vagy kijelentkezni.</a:t>
            </a:r>
          </a:p>
        </p:txBody>
      </p:sp>
    </p:spTree>
    <p:extLst>
      <p:ext uri="{BB962C8B-B14F-4D97-AF65-F5344CB8AC3E}">
        <p14:creationId xmlns:p14="http://schemas.microsoft.com/office/powerpoint/2010/main" val="833957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9C8C30-B780-10C0-97A7-F93678B13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955BABC-FFFE-9D48-4184-83745BD1B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4AB7258-3515-925D-877D-106D81FB2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8E2C9792-9310-C7DF-D559-28936D573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462"/>
            <a:ext cx="12192000" cy="669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840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266DAB-2D3B-6FB5-72DA-8E174C75C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84767BD-0480-DC2D-1464-1CFA4F3C8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DEEBEA9-1DD1-A45F-DC7B-852EB64CC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76CBAC68-B49F-4137-8ABE-D9695E759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508" y="533378"/>
            <a:ext cx="5077534" cy="4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886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8F078C4-315D-F60E-2514-AD927602C4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70A3EA4-E102-D797-4CC6-8166CFFA43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8E80F12-DE83-4CAC-99EE-483E94467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052" y="-1"/>
            <a:ext cx="12192000" cy="6858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4693484-7845-3F92-C2F7-BF66F3373B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813" y="2151647"/>
            <a:ext cx="2810312" cy="2810312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07A0D04E-3CB7-2CA8-E811-6A78314B29A2}"/>
              </a:ext>
            </a:extLst>
          </p:cNvPr>
          <p:cNvSpPr txBox="1"/>
          <p:nvPr/>
        </p:nvSpPr>
        <p:spPr>
          <a:xfrm>
            <a:off x="5488469" y="3059348"/>
            <a:ext cx="67405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6600" b="1" dirty="0" err="1">
                <a:solidFill>
                  <a:srgbClr val="FFFFFF"/>
                </a:solidFill>
                <a:effectLst/>
                <a:latin typeface="system-ui"/>
              </a:rPr>
              <a:t>Tradely</a:t>
            </a:r>
            <a:endParaRPr lang="hu-HU" b="1" dirty="0">
              <a:solidFill>
                <a:srgbClr val="FFFFFF"/>
              </a:solidFill>
              <a:effectLst/>
              <a:latin typeface="system-ui"/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71465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79</Words>
  <Application>Microsoft Office PowerPoint</Application>
  <PresentationFormat>Szélesvásznú</PresentationFormat>
  <Paragraphs>10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system-ui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Tanulo</dc:creator>
  <cp:lastModifiedBy>Tanulo</cp:lastModifiedBy>
  <cp:revision>5</cp:revision>
  <dcterms:created xsi:type="dcterms:W3CDTF">2026-05-22T09:59:31Z</dcterms:created>
  <dcterms:modified xsi:type="dcterms:W3CDTF">2026-05-22T10:19:37Z</dcterms:modified>
</cp:coreProperties>
</file>