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6" r:id="rId5"/>
    <p:sldId id="259" r:id="rId6"/>
    <p:sldId id="267" r:id="rId7"/>
    <p:sldId id="268" r:id="rId8"/>
    <p:sldId id="260" r:id="rId9"/>
    <p:sldId id="261" r:id="rId10"/>
    <p:sldId id="262" r:id="rId11"/>
    <p:sldId id="263" r:id="rId12"/>
    <p:sldId id="265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5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AABF69-B6F0-84D7-8A23-479DB6FC6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EBACC7-85B0-AA5A-B5BD-7D3788279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3ED2E4-C681-65AC-53BB-44ADC436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77CB1F-437E-BF1C-A7CA-157992FD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2063AC-E033-7459-A9E7-5AB2CB9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1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54334C-8CC6-FF20-ED26-F9B59791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DFBAE0-BB10-77A5-264B-C33417125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CB5D88C-9B86-8848-F7D4-D056DB1B7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A15647-FD09-1404-FB16-1E9596D8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F96FA5-4790-4301-B4C6-48FC8869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127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92EF5-BADA-509A-6353-C770BCCAA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448A885-B725-E86F-6631-3DB882DDF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C3478D-51A2-9226-03F7-572058A0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9FA51D-1DF5-068B-39F2-F66B0CDB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365957-06C1-44E4-7D50-1A87430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860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21BE9C-BE7E-3930-F7F8-B2745B35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08278D-AED8-176A-2294-8CC3A800F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F964C44-8C5E-8D7C-0F6E-C043F2D8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9F09138-CD85-8A01-E727-029F89A43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F3110A-A095-C662-180E-42256412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6AF391-1450-7F65-F637-D1E6DE937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326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468CAC-B396-8CF3-A1CA-FD7A4C9C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617FF3-AAF6-62CB-C35A-D34F42133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4D31F24-BA6B-E440-79EF-85DD8671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2CCE1A4-0F12-D2FE-7FB7-6F1ABAAFE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B993AF-1047-C99D-8A57-816AB2B0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08E2CE8-F20C-0910-A1DF-15D973BD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F62C216-39EC-3C0A-16F4-00912039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BBF09C8-69DE-04F5-2CBB-6739D008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832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3088D8-4136-A91B-E6E7-71FAF18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0C58D1D-194B-B911-AC55-09F4BCEF3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E22616-A536-6A23-FC71-E3A9034A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E26A7BE-8FB8-E964-FCEF-7ED4F3B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319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EE0B730-FC07-72C6-6FED-9E99C54C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160AD22-7CBD-0D69-D804-96291B81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002A043-E9C4-8C28-EB8F-F593271A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0628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313A37-2AD7-757B-876B-4B65FAB0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052485-075F-3231-73B2-FBA6A0638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513F83D-F68F-695F-2A23-4282A3236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5C4CF1-AE4D-132A-D3ED-5C7FDC62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7DCC68-D797-1B90-03CA-1873370F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6EC0C9-D16D-40FB-B00F-C769F9E1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9491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95EB3-30D8-2967-9E5F-D0B1F344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EB6D6D-ABC3-CD02-9EDE-4286A08C4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7AB79FD-D231-7035-70F3-B93157CDF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7510F2-97A4-372C-38A6-81729C439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3DC0AF-F6B6-A864-79AD-87B9B336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7404235-6406-85D6-D097-9F93D90A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6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6145B0-D481-009A-10E0-7741F909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F456B2-F07F-90D1-E4AD-5F3A695B3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E1D0A6-E441-2CD6-C45A-A6727C3A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919763-14B2-AA30-7F80-46D67952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07DAF5-F179-D3FD-B247-BFBAC6C7F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2962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704501F-E746-5AE0-F125-0923319D1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CA44BC4-F36F-99E8-7F77-849B594EC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826CE7-4E95-DBC3-2D4E-E491FCF7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EF474E7-0102-0C20-0548-80481141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CF6D6C-3AD3-F264-4F2A-91A2A598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360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93321A-839C-B4F4-05E8-E4F75A18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9922846-5DA2-2561-6AC6-DE3B1DFB8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0816B92-8AD2-AC27-A2FC-8B9F35E893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AE4500-634E-D9BD-AEC3-399092589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9B27E7-A721-2F85-DF42-0A5B8C14E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919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5382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D45663-E411-F1AF-9A85-188277E5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413835-5837-B066-A39A-D7481A14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612A3C-41D1-11F3-3412-AE780E44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4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EF98D3-3700-9A83-C6B0-2B651112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59818" cy="685800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56362A62-1EBF-C393-B48E-B31253C823A9}"/>
              </a:ext>
            </a:extLst>
          </p:cNvPr>
          <p:cNvSpPr/>
          <p:nvPr/>
        </p:nvSpPr>
        <p:spPr>
          <a:xfrm>
            <a:off x="5059818" y="1285613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B326588-5E7E-AEFB-8846-68A364FA28C1}"/>
              </a:ext>
            </a:extLst>
          </p:cNvPr>
          <p:cNvSpPr txBox="1"/>
          <p:nvPr/>
        </p:nvSpPr>
        <p:spPr>
          <a:xfrm>
            <a:off x="5870684" y="2055813"/>
            <a:ext cx="502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Készíts fiókot, vagy jelentkezz be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DB22B5D-DE1E-D4B6-7B09-413838AF1629}"/>
              </a:ext>
            </a:extLst>
          </p:cNvPr>
          <p:cNvSpPr txBox="1"/>
          <p:nvPr/>
        </p:nvSpPr>
        <p:spPr>
          <a:xfrm>
            <a:off x="5870684" y="2713970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Gyors és egyszerű használat, gördülékeny felhasználói felület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896E46C-A068-7BD1-A4D4-E8CAC4CB287F}"/>
              </a:ext>
            </a:extLst>
          </p:cNvPr>
          <p:cNvSpPr txBox="1"/>
          <p:nvPr/>
        </p:nvSpPr>
        <p:spPr>
          <a:xfrm>
            <a:off x="5870684" y="3868064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Néhány kattintással kész is a profilod, mehet a vásárlás, eladás.</a:t>
            </a:r>
          </a:p>
        </p:txBody>
      </p:sp>
    </p:spTree>
    <p:extLst>
      <p:ext uri="{BB962C8B-B14F-4D97-AF65-F5344CB8AC3E}">
        <p14:creationId xmlns:p14="http://schemas.microsoft.com/office/powerpoint/2010/main" val="362834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AC1F02-E2A3-4871-01EA-89D55573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06CA00-E0BA-853D-8A18-9004CEF44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60F157D-12A4-0FAA-765A-30DD8D3E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C44AE5-528C-6D0F-E95A-A545DCAA1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93" y="504417"/>
            <a:ext cx="9593014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41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491E63-3BBD-4EE7-8C16-4D2D7921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D9DA37-D2D4-4F62-BA92-0EA578D7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B2B703-B247-47E6-9EA5-F076D1323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32036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B8E0B48-143C-4BDA-B53E-F2F4601ED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037" y="0"/>
            <a:ext cx="6459964" cy="68580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3BF4AAF2-D355-489E-918E-11522E39DD6F}"/>
              </a:ext>
            </a:extLst>
          </p:cNvPr>
          <p:cNvSpPr txBox="1"/>
          <p:nvPr/>
        </p:nvSpPr>
        <p:spPr>
          <a:xfrm>
            <a:off x="3115734" y="5992297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register_validate.php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DE60B07-6375-4B61-876C-143359EDEDA2}"/>
              </a:ext>
            </a:extLst>
          </p:cNvPr>
          <p:cNvSpPr txBox="1"/>
          <p:nvPr/>
        </p:nvSpPr>
        <p:spPr>
          <a:xfrm>
            <a:off x="9618134" y="5985179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validate.php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544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28E576-B358-8E0B-D7AF-1CE67004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C69B36-734D-BB99-05AC-29ACA97C8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453ED0-9B0D-3B80-D417-B7898A22C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86F690-8239-ABDD-2CE0-4DF84C1A2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9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7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Panko | Cats of the Web">
            <a:extLst>
              <a:ext uri="{FF2B5EF4-FFF2-40B4-BE49-F238E27FC236}">
                <a16:creationId xmlns:a16="http://schemas.microsoft.com/office/drawing/2014/main" id="{829A79DB-555A-4CC7-93E6-D3FA6B283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57" y="5690571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614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anko | Cats of the Web">
            <a:extLst>
              <a:ext uri="{FF2B5EF4-FFF2-40B4-BE49-F238E27FC236}">
                <a16:creationId xmlns:a16="http://schemas.microsoft.com/office/drawing/2014/main" id="{6A84D3BA-3FDD-4361-A87F-1A59CE9A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3183686" y="5733703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213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14C0F-FE96-13B2-C0CE-BA004B20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F6FE9F-73CB-A788-ABFB-B9A4827F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6BC5EA-EE9C-13D4-7C97-ED326F459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486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59CAE8-9180-28C8-70E1-8D1CC4C0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10412" cy="6858000"/>
          </a:xfrm>
          <a:prstGeom prst="rect">
            <a:avLst/>
          </a:prstGeom>
        </p:spPr>
      </p:pic>
      <p:sp>
        <p:nvSpPr>
          <p:cNvPr id="8" name="Ellipszis 7">
            <a:extLst>
              <a:ext uri="{FF2B5EF4-FFF2-40B4-BE49-F238E27FC236}">
                <a16:creationId xmlns:a16="http://schemas.microsoft.com/office/drawing/2014/main" id="{277C7A2F-700A-59CC-BA45-B081E52BD93D}"/>
              </a:ext>
            </a:extLst>
          </p:cNvPr>
          <p:cNvSpPr/>
          <p:nvPr/>
        </p:nvSpPr>
        <p:spPr>
          <a:xfrm>
            <a:off x="1953935" y="-230189"/>
            <a:ext cx="1317771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745ED9A-D023-0A0C-473D-18A1A515E9B7}"/>
              </a:ext>
            </a:extLst>
          </p:cNvPr>
          <p:cNvSpPr/>
          <p:nvPr/>
        </p:nvSpPr>
        <p:spPr>
          <a:xfrm>
            <a:off x="5610412" y="1408919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3929B9A-E35F-B6B4-94E8-BA6511845EE5}"/>
              </a:ext>
            </a:extLst>
          </p:cNvPr>
          <p:cNvSpPr txBox="1"/>
          <p:nvPr/>
        </p:nvSpPr>
        <p:spPr>
          <a:xfrm>
            <a:off x="6196669" y="1690688"/>
            <a:ext cx="51571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Zsetonos rendszer, megkönnyíti a vásárlást.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7F2EB22-6491-0535-9ACB-DFFD7EEB0C4A}"/>
              </a:ext>
            </a:extLst>
          </p:cNvPr>
          <p:cNvSpPr txBox="1"/>
          <p:nvPr/>
        </p:nvSpPr>
        <p:spPr>
          <a:xfrm>
            <a:off x="6196669" y="2845269"/>
            <a:ext cx="51571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rendelkezésre álló zsetonokból tud a vásárló költeni.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16F9BD7-E31D-9EEF-205F-06B5D8DE2E37}"/>
              </a:ext>
            </a:extLst>
          </p:cNvPr>
          <p:cNvSpPr txBox="1"/>
          <p:nvPr/>
        </p:nvSpPr>
        <p:spPr>
          <a:xfrm>
            <a:off x="6196668" y="3956289"/>
            <a:ext cx="51571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Zsetonokat feltöltéssel, illetve az eladott termékek árából lehet szerezni.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B04A2A4-AD87-BB98-B2A5-8671279C3A3E}"/>
              </a:ext>
            </a:extLst>
          </p:cNvPr>
          <p:cNvCxnSpPr>
            <a:cxnSpLocks/>
          </p:cNvCxnSpPr>
          <p:nvPr/>
        </p:nvCxnSpPr>
        <p:spPr>
          <a:xfrm flipH="1" flipV="1">
            <a:off x="3372374" y="453006"/>
            <a:ext cx="2824294" cy="13726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405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B5B3B-6E86-2F9E-3676-CB840CA3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5E2B7-78C6-73AB-6F7B-83191DC2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3826D3-61B2-F401-300B-7E6E806FC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7D8ED16-EC6C-9444-36A9-D7BE510E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856" y="529577"/>
            <a:ext cx="8126464" cy="3003259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517159B1-B19F-4579-5A8A-D9A2BAF35B4F}"/>
              </a:ext>
            </a:extLst>
          </p:cNvPr>
          <p:cNvSpPr/>
          <p:nvPr/>
        </p:nvSpPr>
        <p:spPr>
          <a:xfrm>
            <a:off x="0" y="3490419"/>
            <a:ext cx="12998968" cy="34218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CFEA596-1DCF-1CF0-88D3-349A2C9D54AE}"/>
              </a:ext>
            </a:extLst>
          </p:cNvPr>
          <p:cNvSpPr txBox="1"/>
          <p:nvPr/>
        </p:nvSpPr>
        <p:spPr>
          <a:xfrm>
            <a:off x="1039536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középső ikonjára kattintva tudjuk feltölteni az eladni kívánt terméket.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3537B15-4401-A3FE-E207-49284CA7A85B}"/>
              </a:ext>
            </a:extLst>
          </p:cNvPr>
          <p:cNvSpPr txBox="1"/>
          <p:nvPr/>
        </p:nvSpPr>
        <p:spPr>
          <a:xfrm>
            <a:off x="6600152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jobb oldali ikonjára kattintva tudjuk a profilunkon szerkeszteni, vagy kijelentkezni.</a:t>
            </a:r>
          </a:p>
        </p:txBody>
      </p:sp>
    </p:spTree>
    <p:extLst>
      <p:ext uri="{BB962C8B-B14F-4D97-AF65-F5344CB8AC3E}">
        <p14:creationId xmlns:p14="http://schemas.microsoft.com/office/powerpoint/2010/main" val="83395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C8C30-B780-10C0-97A7-F93678B1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55BABC-FFFE-9D48-4184-83745BD1B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AB7258-3515-925D-877D-106D81FB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E2C9792-9310-C7DF-D559-28936D5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0462"/>
            <a:ext cx="12192000" cy="6697538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E96C047D-3CA9-AD97-30DD-DC53D6065607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BE9C7-AE59-99C2-2E6E-9F4F92BA1495}"/>
              </a:ext>
            </a:extLst>
          </p:cNvPr>
          <p:cNvSpPr txBox="1"/>
          <p:nvPr/>
        </p:nvSpPr>
        <p:spPr>
          <a:xfrm>
            <a:off x="163587" y="797510"/>
            <a:ext cx="41189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profil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a fiókjával kapcsolatos  intézkedéseket figyelni.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Tud nevet váltani vagy </a:t>
            </a:r>
            <a:r>
              <a:rPr lang="hu-HU" sz="2800" b="1" dirty="0" err="1">
                <a:solidFill>
                  <a:schemeClr val="bg1"/>
                </a:solidFill>
                <a:latin typeface="system-ui"/>
              </a:rPr>
              <a:t>jelszavat</a:t>
            </a:r>
            <a:r>
              <a:rPr lang="hu-HU" sz="2800" b="1" dirty="0">
                <a:solidFill>
                  <a:schemeClr val="bg1"/>
                </a:solidFill>
                <a:latin typeface="system-ui"/>
              </a:rPr>
              <a:t> váltani, ha szükségére esik.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Ki tud jelentkezni ha befejezte a vásárlást.</a:t>
            </a:r>
          </a:p>
        </p:txBody>
      </p:sp>
    </p:spTree>
    <p:extLst>
      <p:ext uri="{BB962C8B-B14F-4D97-AF65-F5344CB8AC3E}">
        <p14:creationId xmlns:p14="http://schemas.microsoft.com/office/powerpoint/2010/main" val="3135840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66DAB-2D3B-6FB5-72DA-8E174C75C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4767BD-0480-DC2D-1464-1CFA4F3C8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0DEEBEA9-1DD1-A45F-DC7B-852EB64CC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6CBAC68-B49F-4137-8ABE-D9695E759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1508" y="533378"/>
            <a:ext cx="5077534" cy="419121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6FFCED1D-1BCA-ED75-DE7D-7C26070D8CD4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0B5774-A644-10B9-9978-B4607EFC5ADF}"/>
              </a:ext>
            </a:extLst>
          </p:cNvPr>
          <p:cNvSpPr txBox="1"/>
          <p:nvPr/>
        </p:nvSpPr>
        <p:spPr>
          <a:xfrm>
            <a:off x="163587" y="582067"/>
            <a:ext cx="411899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Az eladás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feltölteni eladásra kívánt terméket.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kategória felület megmutatja az összes kategóriát a rendszerben.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Feltöltés után bekerül az adatbázisba és felkerül az</a:t>
            </a: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oldalunkra.</a:t>
            </a:r>
          </a:p>
        </p:txBody>
      </p:sp>
    </p:spTree>
    <p:extLst>
      <p:ext uri="{BB962C8B-B14F-4D97-AF65-F5344CB8AC3E}">
        <p14:creationId xmlns:p14="http://schemas.microsoft.com/office/powerpoint/2010/main" val="2229886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1465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156</Words>
  <Application>Microsoft Office PowerPoint</Application>
  <PresentationFormat>Szélesvásznú</PresentationFormat>
  <Paragraphs>27</Paragraphs>
  <Slides>12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system-ui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9</cp:revision>
  <dcterms:created xsi:type="dcterms:W3CDTF">2026-05-22T09:59:31Z</dcterms:created>
  <dcterms:modified xsi:type="dcterms:W3CDTF">2026-06-05T07:28:10Z</dcterms:modified>
</cp:coreProperties>
</file>